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5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702E"/>
    <a:srgbClr val="FFD2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63" d="100"/>
          <a:sy n="63" d="100"/>
        </p:scale>
        <p:origin x="68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6709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6662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3800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09567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597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2611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458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2449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8161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0731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24326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314287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42505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069920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63850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36277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2201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A8B7FD77-64CE-4E94-98DD-310047DA4970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96531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46" r:id="rId1"/>
    <p:sldLayoutId id="2147483847" r:id="rId2"/>
    <p:sldLayoutId id="2147483848" r:id="rId3"/>
    <p:sldLayoutId id="2147483849" r:id="rId4"/>
    <p:sldLayoutId id="2147483850" r:id="rId5"/>
    <p:sldLayoutId id="2147483851" r:id="rId6"/>
    <p:sldLayoutId id="2147483852" r:id="rId7"/>
    <p:sldLayoutId id="2147483853" r:id="rId8"/>
    <p:sldLayoutId id="2147483854" r:id="rId9"/>
    <p:sldLayoutId id="2147483855" r:id="rId10"/>
    <p:sldLayoutId id="2147483856" r:id="rId11"/>
    <p:sldLayoutId id="2147483857" r:id="rId12"/>
    <p:sldLayoutId id="2147483858" r:id="rId13"/>
    <p:sldLayoutId id="2147483859" r:id="rId14"/>
    <p:sldLayoutId id="2147483860" r:id="rId15"/>
    <p:sldLayoutId id="2147483861" r:id="rId16"/>
    <p:sldLayoutId id="2147483862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637543" y="1149460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B16D1-28F8-BE3B-D4FC-F1FA056DCCC7}"/>
              </a:ext>
            </a:extLst>
          </p:cNvPr>
          <p:cNvSpPr txBox="1"/>
          <p:nvPr/>
        </p:nvSpPr>
        <p:spPr>
          <a:xfrm>
            <a:off x="637543" y="1825719"/>
            <a:ext cx="117062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 conduct a comprehensive analysis of Blinkit's sales performance,</a:t>
            </a:r>
          </a:p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 customer satisfaction, and inventory distribution to identify key insights and </a:t>
            </a:r>
          </a:p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opportunities for optimization using various KPIs and visualizations in Power BI.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6C98889-0FB0-7BAE-666E-6339C6BF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543" y="3139419"/>
            <a:ext cx="789622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overall revenue generated from all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revenue per sale.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total count of different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customer rating for items sold. </a:t>
            </a:r>
          </a:p>
        </p:txBody>
      </p:sp>
      <p:pic>
        <p:nvPicPr>
          <p:cNvPr id="1026" name="Picture 2" descr="Azure SQL Logo - PNG Logo Vector Brand Downloads (SVG, EPS)">
            <a:extLst>
              <a:ext uri="{FF2B5EF4-FFF2-40B4-BE49-F238E27FC236}">
                <a16:creationId xmlns:a16="http://schemas.microsoft.com/office/drawing/2014/main" id="{B622CF93-811D-06B0-C3DE-91CCEB62CB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460" y="151939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Microsoft SQL Server color icon in PNG, SVG">
            <a:extLst>
              <a:ext uri="{FF2B5EF4-FFF2-40B4-BE49-F238E27FC236}">
                <a16:creationId xmlns:a16="http://schemas.microsoft.com/office/drawing/2014/main" id="{70C49BFB-C4DA-714D-C1AC-3022D7E7F4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4288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646169" y="106898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D19471D-A4DF-3C83-9AEF-C9FD844FA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337" y="2052416"/>
            <a:ext cx="11161325" cy="36625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Total Sales by Fat Content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Objective: Analyze the impact of fat content on total sales.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                          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                   Rating) vary with fat content.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Identify the performance of different item types in terms of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          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Compare total sales across different outlets segmented by fat content.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    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          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Total Sales by Outlet Establishment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Evaluate how the age or type of outlet establishment influences total sales.</a:t>
            </a:r>
          </a:p>
        </p:txBody>
      </p:sp>
      <p:pic>
        <p:nvPicPr>
          <p:cNvPr id="10" name="Picture 2" descr="Azure SQL Logo - PNG Logo Vector Brand Downloads (SVG, EPS)">
            <a:extLst>
              <a:ext uri="{FF2B5EF4-FFF2-40B4-BE49-F238E27FC236}">
                <a16:creationId xmlns:a16="http://schemas.microsoft.com/office/drawing/2014/main" id="{10F2171B-75CE-823D-4908-5B6496B061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072" y="11906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Microsoft SQL Server color icon in PNG, SVG">
            <a:extLst>
              <a:ext uri="{FF2B5EF4-FFF2-40B4-BE49-F238E27FC236}">
                <a16:creationId xmlns:a16="http://schemas.microsoft.com/office/drawing/2014/main" id="{DDA2FE8A-5B63-4A2F-3B24-E577D1291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5209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528293" y="1850836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b="1" dirty="0">
              <a:solidFill>
                <a:schemeClr val="bg1"/>
              </a:solidFill>
              <a:highlight>
                <a:srgbClr val="000000"/>
              </a:highlight>
              <a:latin typeface="Arial Rounded MT Bold" panose="020F0704030504030204" pitchFamily="34" charset="0"/>
              <a:ea typeface="Segoe UI Black" panose="020B0A02040204020203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0A68FF2-78A6-71A6-F0DB-6CF5C5D20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293" y="2913042"/>
            <a:ext cx="10505718" cy="2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5. Percentage of Sales by Outlet Size: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Analyze the correlation between outlet size and total sales.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6. Sales by Outlet Location: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Assess the geographic distribution of sales across different locations.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7. All Metrics by Outlet Type: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Provide a comprehensive view of all key metrics (Total Sales, Average Sales, Number of 	Items, Average Rating) broken down by different outlet types.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b="1" dirty="0">
              <a:latin typeface="Arial" panose="020B0604020202020204" pitchFamily="34" charset="0"/>
            </a:endParaRPr>
          </a:p>
        </p:txBody>
      </p:sp>
      <p:pic>
        <p:nvPicPr>
          <p:cNvPr id="10" name="Picture 2" descr="Azure SQL Logo - PNG Logo Vector Brand Downloads (SVG, EPS)">
            <a:extLst>
              <a:ext uri="{FF2B5EF4-FFF2-40B4-BE49-F238E27FC236}">
                <a16:creationId xmlns:a16="http://schemas.microsoft.com/office/drawing/2014/main" id="{4B5432AF-6E41-D522-3E02-01E41A9669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292" y="184324"/>
            <a:ext cx="1412267" cy="1023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Microsoft SQL Server color icon in PNG, SVG">
            <a:extLst>
              <a:ext uri="{FF2B5EF4-FFF2-40B4-BE49-F238E27FC236}">
                <a16:creationId xmlns:a16="http://schemas.microsoft.com/office/drawing/2014/main" id="{98BD39B8-9A9F-4A0B-8526-BA46BA2F73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2944802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575</TotalTime>
  <Words>344</Words>
  <Application>Microsoft Office PowerPoint</Application>
  <PresentationFormat>Widescreen</PresentationFormat>
  <Paragraphs>33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Arial Rounded MT Bold</vt:lpstr>
      <vt:lpstr>Century Gothic</vt:lpstr>
      <vt:lpstr>Segoe UI Black</vt:lpstr>
      <vt:lpstr>Wingdings 3</vt:lpstr>
      <vt:lpstr>Slice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</dc:creator>
  <cp:lastModifiedBy>akshay sharma</cp:lastModifiedBy>
  <cp:revision>18</cp:revision>
  <dcterms:created xsi:type="dcterms:W3CDTF">2024-06-24T12:27:37Z</dcterms:created>
  <dcterms:modified xsi:type="dcterms:W3CDTF">2026-07-15T04:40:21Z</dcterms:modified>
</cp:coreProperties>
</file>